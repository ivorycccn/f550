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 id="2147483648" r:id="rId2"/>
  </p:sldMasterIdLst>
  <p:notesMasterIdLst>
    <p:notesMasterId r:id="rId9"/>
  </p:notesMasterIdLst>
  <p:sldIdLst>
    <p:sldId id="258" r:id="rId3"/>
    <p:sldId id="261" r:id="rId4"/>
    <p:sldId id="264" r:id="rId5"/>
    <p:sldId id="262" r:id="rId6"/>
    <p:sldId id="263" r:id="rId7"/>
    <p:sldId id="26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73257" autoAdjust="0"/>
  </p:normalViewPr>
  <p:slideViewPr>
    <p:cSldViewPr snapToGrid="0">
      <p:cViewPr varScale="1">
        <p:scale>
          <a:sx n="54" d="100"/>
          <a:sy n="54" d="100"/>
        </p:scale>
        <p:origin x="11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D265D9-4195-4328-B442-12C416D8009D}" type="datetimeFigureOut">
              <a:rPr lang="en-GB" smtClean="0"/>
              <a:t>23/03/2026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BDC986-416A-49CA-94E9-09845A3AD2DE}" type="slidenum">
              <a:rPr lang="en-GB" smtClean="0"/>
              <a:t>‹#›</a:t>
            </a:fld>
            <a:endParaRPr lang="en-GB"/>
          </a:p>
        </p:txBody>
      </p:sp>
    </p:spTree>
    <p:extLst>
      <p:ext uri="{BB962C8B-B14F-4D97-AF65-F5344CB8AC3E}">
        <p14:creationId xmlns:p14="http://schemas.microsoft.com/office/powerpoint/2010/main" val="259749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lvl="0"/>
            <a:fld id="{29D3304A-41E3-42E9-A507-8E1AC9D9C144}" type="slidenum">
              <a:rPr lang="en-GB" smtClean="0"/>
              <a:t>1</a:t>
            </a:fld>
            <a:endParaRPr lang="en-GB"/>
          </a:p>
        </p:txBody>
      </p:sp>
    </p:spTree>
    <p:extLst>
      <p:ext uri="{BB962C8B-B14F-4D97-AF65-F5344CB8AC3E}">
        <p14:creationId xmlns:p14="http://schemas.microsoft.com/office/powerpoint/2010/main" val="3110604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5A5036-7F90-4EC5-DC40-5819A8831E4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D6A0B6C-C904-5820-E644-362F3420B1F1}"/>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F1D757F3-74FE-8B2C-29F1-8E91420A4B64}"/>
              </a:ext>
            </a:extLst>
          </p:cNvPr>
          <p:cNvSpPr txBox="1"/>
          <p:nvPr/>
        </p:nvSpPr>
        <p:spPr>
          <a:xfrm>
            <a:off x="3884608" y="8685208"/>
            <a:ext cx="2971800" cy="457200"/>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AFF75F91-2D59-4DFC-BAD0-9895D113BA55}" type="slidenum">
              <a:t>2</a:t>
            </a:fld>
            <a:endParaRPr lang="en-GB" sz="1200" b="0" i="0" u="none" strike="noStrike" kern="1200" cap="none" spc="0" baseline="0" dirty="0">
              <a:solidFill>
                <a:srgbClr val="000000"/>
              </a:solidFill>
              <a:uFillTx/>
              <a:latin typeface="Arial" pitchFamily="3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32C1E-1BEF-CA6E-8A42-3FE780CD07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133F6-C2E9-3C1D-3B85-D2DCD1EDBC1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857F197-9FED-B963-CA51-65F4820D6C96}"/>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88841D7B-1544-D474-1D51-D0415EED5777}"/>
              </a:ext>
            </a:extLst>
          </p:cNvPr>
          <p:cNvSpPr txBox="1"/>
          <p:nvPr/>
        </p:nvSpPr>
        <p:spPr>
          <a:xfrm>
            <a:off x="3884608" y="8685208"/>
            <a:ext cx="2971800" cy="457200"/>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AFF75F91-2D59-4DFC-BAD0-9895D113BA55}" type="slidenum">
              <a:t>3</a:t>
            </a:fld>
            <a:endParaRPr lang="en-GB" sz="1200" b="0" i="0" u="none" strike="noStrike" kern="1200" cap="none" spc="0" baseline="0" dirty="0">
              <a:solidFill>
                <a:srgbClr val="000000"/>
              </a:solidFill>
              <a:uFillTx/>
              <a:latin typeface="Arial" pitchFamily="34"/>
            </a:endParaRPr>
          </a:p>
        </p:txBody>
      </p:sp>
    </p:spTree>
    <p:extLst>
      <p:ext uri="{BB962C8B-B14F-4D97-AF65-F5344CB8AC3E}">
        <p14:creationId xmlns:p14="http://schemas.microsoft.com/office/powerpoint/2010/main" val="3385183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5589AE-7920-8891-7F68-B600B54395E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71F1F5E-CD20-E6DE-B53F-DF92F4846653}"/>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CF24C391-1FCF-8C76-4DB8-AE15E6DB4B42}"/>
              </a:ext>
            </a:extLst>
          </p:cNvPr>
          <p:cNvSpPr txBox="1"/>
          <p:nvPr/>
        </p:nvSpPr>
        <p:spPr>
          <a:xfrm>
            <a:off x="3884608" y="8685208"/>
            <a:ext cx="2971800" cy="457200"/>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BEF04328-AFB9-444B-9173-808BAA850D77}" type="slidenum">
              <a:t>4</a:t>
            </a:fld>
            <a:endParaRPr lang="en-GB" sz="1200" b="0" i="0" u="none" strike="noStrike" kern="1200" cap="none" spc="0" baseline="0" dirty="0">
              <a:solidFill>
                <a:srgbClr val="000000"/>
              </a:solidFill>
              <a:uFillTx/>
              <a:latin typeface="Arial" pitchFamily="3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3D3C6E-4752-0383-C73A-0231B4F7441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50CB29D-492A-5811-B39F-D4D260CD8D3A}"/>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D2EE0442-BC1A-D70C-3ACB-10B4932BE452}"/>
              </a:ext>
            </a:extLst>
          </p:cNvPr>
          <p:cNvSpPr txBox="1"/>
          <p:nvPr/>
        </p:nvSpPr>
        <p:spPr>
          <a:xfrm>
            <a:off x="3884608" y="8685208"/>
            <a:ext cx="2971800" cy="457200"/>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660F113F-8627-4B8E-B3D7-92C85F98AB33}" type="slidenum">
              <a:t>5</a:t>
            </a:fld>
            <a:endParaRPr lang="en-GB" sz="1200" b="0" i="0" u="none" strike="noStrike" kern="1200" cap="none" spc="0" baseline="0" dirty="0">
              <a:solidFill>
                <a:srgbClr val="000000"/>
              </a:solidFill>
              <a:uFillTx/>
              <a:latin typeface="Arial" pitchFamily="3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2A4E1-3B3D-DE24-8851-B9953196E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7C16B2-DA39-0093-06A1-3C013097F5D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3CD680D-47C4-E5A4-17BC-5A9784BBECB6}"/>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B5F876BC-2500-EBC5-5F7B-27AE9F8481CE}"/>
              </a:ext>
            </a:extLst>
          </p:cNvPr>
          <p:cNvSpPr txBox="1"/>
          <p:nvPr/>
        </p:nvSpPr>
        <p:spPr>
          <a:xfrm>
            <a:off x="3884608" y="8685208"/>
            <a:ext cx="2971800" cy="457200"/>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660F113F-8627-4B8E-B3D7-92C85F98AB33}" type="slidenum">
              <a:t>6</a:t>
            </a:fld>
            <a:endParaRPr lang="en-GB" sz="1200" b="0" i="0" u="none" strike="noStrike" kern="1200" cap="none" spc="0" baseline="0" dirty="0">
              <a:solidFill>
                <a:srgbClr val="000000"/>
              </a:solidFill>
              <a:uFillTx/>
              <a:latin typeface="Arial" pitchFamily="34"/>
            </a:endParaRPr>
          </a:p>
        </p:txBody>
      </p:sp>
    </p:spTree>
    <p:extLst>
      <p:ext uri="{BB962C8B-B14F-4D97-AF65-F5344CB8AC3E}">
        <p14:creationId xmlns:p14="http://schemas.microsoft.com/office/powerpoint/2010/main" val="9708349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59808C38-080C-BF3C-D03E-97EE5A839DE0}"/>
              </a:ext>
            </a:extLst>
          </p:cNvPr>
          <p:cNvSpPr>
            <a:spLocks noChangeArrowheads="1"/>
          </p:cNvSpPr>
          <p:nvPr/>
        </p:nvSpPr>
        <p:spPr bwMode="auto">
          <a:xfrm>
            <a:off x="1" y="5365751"/>
            <a:ext cx="12187767" cy="665163"/>
          </a:xfrm>
          <a:prstGeom prst="rect">
            <a:avLst/>
          </a:prstGeom>
          <a:solidFill>
            <a:srgbClr val="003E72"/>
          </a:solidFill>
          <a:ln>
            <a:noFill/>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p>
        </p:txBody>
      </p:sp>
      <p:sp>
        <p:nvSpPr>
          <p:cNvPr id="3" name="Rectangle 14">
            <a:extLst>
              <a:ext uri="{FF2B5EF4-FFF2-40B4-BE49-F238E27FC236}">
                <a16:creationId xmlns:a16="http://schemas.microsoft.com/office/drawing/2014/main" id="{BE30C562-1A58-63A1-1425-2F15291D0CCF}"/>
              </a:ext>
            </a:extLst>
          </p:cNvPr>
          <p:cNvSpPr>
            <a:spLocks noChangeArrowheads="1"/>
          </p:cNvSpPr>
          <p:nvPr/>
        </p:nvSpPr>
        <p:spPr bwMode="auto">
          <a:xfrm>
            <a:off x="1" y="6030914"/>
            <a:ext cx="12187767" cy="173037"/>
          </a:xfrm>
          <a:prstGeom prst="rect">
            <a:avLst/>
          </a:prstGeom>
          <a:solidFill>
            <a:srgbClr val="6AADE4"/>
          </a:solidFill>
          <a:ln>
            <a:noFill/>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p>
        </p:txBody>
      </p:sp>
      <p:sp>
        <p:nvSpPr>
          <p:cNvPr id="5122" name="Rectangle 2"/>
          <p:cNvSpPr>
            <a:spLocks noGrp="1" noChangeArrowheads="1"/>
          </p:cNvSpPr>
          <p:nvPr>
            <p:ph type="ctrTitle"/>
          </p:nvPr>
        </p:nvSpPr>
        <p:spPr>
          <a:xfrm>
            <a:off x="512234" y="2016126"/>
            <a:ext cx="11165417" cy="576263"/>
          </a:xfrm>
        </p:spPr>
        <p:txBody>
          <a:bodyPr/>
          <a:lstStyle>
            <a:lvl1pPr>
              <a:defRPr sz="3600"/>
            </a:lvl1pPr>
          </a:lstStyle>
          <a:p>
            <a:pPr lvl="0"/>
            <a:r>
              <a:rPr lang="en-US" altLang="en-US" noProof="0"/>
              <a:t>Click to edit Master title style</a:t>
            </a:r>
            <a:endParaRPr lang="en-GB" altLang="en-US" noProof="0"/>
          </a:p>
        </p:txBody>
      </p:sp>
      <p:sp>
        <p:nvSpPr>
          <p:cNvPr id="5123" name="Rectangle 3"/>
          <p:cNvSpPr>
            <a:spLocks noGrp="1" noChangeArrowheads="1"/>
          </p:cNvSpPr>
          <p:nvPr>
            <p:ph type="subTitle" idx="1"/>
          </p:nvPr>
        </p:nvSpPr>
        <p:spPr>
          <a:xfrm>
            <a:off x="512234" y="2774950"/>
            <a:ext cx="11165417" cy="539750"/>
          </a:xfrm>
        </p:spPr>
        <p:txBody>
          <a:bodyPr/>
          <a:lstStyle>
            <a:lvl1pPr marL="0" indent="0">
              <a:buFontTx/>
              <a:buNone/>
              <a:defRPr sz="1800" b="1">
                <a:solidFill>
                  <a:schemeClr val="tx2"/>
                </a:solidFill>
              </a:defRPr>
            </a:lvl1pPr>
          </a:lstStyle>
          <a:p>
            <a:pPr lvl="0"/>
            <a:r>
              <a:rPr lang="en-US" altLang="en-US" noProof="0"/>
              <a:t>Click to edit Master subtitle style</a:t>
            </a:r>
            <a:endParaRPr lang="en-GB" altLang="en-US" noProof="0"/>
          </a:p>
        </p:txBody>
      </p:sp>
      <p:sp>
        <p:nvSpPr>
          <p:cNvPr id="4" name="Rectangle 10">
            <a:extLst>
              <a:ext uri="{FF2B5EF4-FFF2-40B4-BE49-F238E27FC236}">
                <a16:creationId xmlns:a16="http://schemas.microsoft.com/office/drawing/2014/main" id="{2020024A-C298-86FE-5176-EC988A543547}"/>
              </a:ext>
            </a:extLst>
          </p:cNvPr>
          <p:cNvSpPr>
            <a:spLocks noGrp="1" noChangeArrowheads="1"/>
          </p:cNvSpPr>
          <p:nvPr>
            <p:ph type="sldNum" sz="quarter" idx="10"/>
          </p:nvPr>
        </p:nvSpPr>
        <p:spPr>
          <a:xfrm>
            <a:off x="10483851" y="6448425"/>
            <a:ext cx="1200149" cy="179388"/>
          </a:xfrm>
        </p:spPr>
        <p:txBody>
          <a:bodyPr/>
          <a:lstStyle>
            <a:lvl1pPr>
              <a:defRPr smtClean="0">
                <a:solidFill>
                  <a:schemeClr val="tx1"/>
                </a:solidFill>
              </a:defRPr>
            </a:lvl1pPr>
          </a:lstStyle>
          <a:p>
            <a:pPr lvl="0"/>
            <a:fld id="{2976D588-7A08-404E-8CFA-B8EE405EE2DD}" type="slidenum">
              <a:rPr lang="en-GB" smtClean="0"/>
              <a:t>‹#›</a:t>
            </a:fld>
            <a:endParaRPr lang="en-GB"/>
          </a:p>
        </p:txBody>
      </p:sp>
    </p:spTree>
    <p:extLst>
      <p:ext uri="{BB962C8B-B14F-4D97-AF65-F5344CB8AC3E}">
        <p14:creationId xmlns:p14="http://schemas.microsoft.com/office/powerpoint/2010/main" val="2641784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DDFD4FE7-ADB7-B389-CFED-4AF2EAEAAFB5}"/>
              </a:ext>
            </a:extLst>
          </p:cNvPr>
          <p:cNvSpPr>
            <a:spLocks noGrp="1" noChangeArrowheads="1"/>
          </p:cNvSpPr>
          <p:nvPr>
            <p:ph type="sldNum" sz="quarter" idx="10"/>
          </p:nvPr>
        </p:nvSpPr>
        <p:spPr>
          <a:ln/>
        </p:spPr>
        <p:txBody>
          <a:bodyPr/>
          <a:lstStyle>
            <a:lvl1pPr>
              <a:defRPr/>
            </a:lvl1pPr>
          </a:lstStyle>
          <a:p>
            <a:pPr lvl="0"/>
            <a:fld id="{2976D588-7A08-404E-8CFA-B8EE405EE2DD}" type="slidenum">
              <a:rPr lang="en-GB" smtClean="0"/>
              <a:t>‹#›</a:t>
            </a:fld>
            <a:endParaRPr lang="en-GB"/>
          </a:p>
        </p:txBody>
      </p:sp>
    </p:spTree>
    <p:extLst>
      <p:ext uri="{BB962C8B-B14F-4D97-AF65-F5344CB8AC3E}">
        <p14:creationId xmlns:p14="http://schemas.microsoft.com/office/powerpoint/2010/main" val="3048797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arge ban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80539-3B1A-B334-6597-8CB4AFDDAC7B}"/>
              </a:ext>
            </a:extLst>
          </p:cNvPr>
          <p:cNvSpPr txBox="1">
            <a:spLocks noGrp="1"/>
          </p:cNvSpPr>
          <p:nvPr>
            <p:ph type="title"/>
          </p:nvPr>
        </p:nvSpPr>
        <p:spPr>
          <a:xfrm>
            <a:off x="838200" y="2032620"/>
            <a:ext cx="10515600" cy="1325559"/>
          </a:xfrm>
        </p:spPr>
        <p:txBody>
          <a:bodyPr/>
          <a:lstStyle>
            <a:lvl1pPr>
              <a:defRPr lang="en-US" sz="2400">
                <a:solidFill>
                  <a:srgbClr val="AC145A"/>
                </a:solidFill>
                <a:ea typeface="Arial"/>
                <a:cs typeface="Arial"/>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1867D0E8-FEE4-4D94-3B7D-F9772B334EAF}"/>
              </a:ext>
            </a:extLst>
          </p:cNvPr>
          <p:cNvSpPr txBox="1">
            <a:spLocks noGrp="1"/>
          </p:cNvSpPr>
          <p:nvPr>
            <p:ph idx="4294967295"/>
          </p:nvPr>
        </p:nvSpPr>
        <p:spPr>
          <a:xfrm>
            <a:off x="838200" y="3474720"/>
            <a:ext cx="10515600" cy="2702244"/>
          </a:xfrm>
        </p:spPr>
        <p:txBody>
          <a:bodyPr/>
          <a:lstStyle>
            <a:lvl1pPr>
              <a:defRPr lang="en-US"/>
            </a:lvl1pPr>
            <a:lvl2pPr>
              <a:defRPr lang="en-US"/>
            </a:lvl2pPr>
            <a:lvl3pPr>
              <a:defRPr lang="en-US"/>
            </a:lvl3pPr>
            <a:lvl4pPr>
              <a:defRPr lang="en-US"/>
            </a:lvl4pPr>
            <a:lvl5pPr>
              <a:defRPr lang="en-US"/>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7817348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805F308-CEDB-CB23-7CC5-17EA1B122029}"/>
              </a:ext>
            </a:extLst>
          </p:cNvPr>
          <p:cNvSpPr>
            <a:spLocks noGrp="1" noChangeArrowheads="1"/>
          </p:cNvSpPr>
          <p:nvPr>
            <p:ph type="title"/>
          </p:nvPr>
        </p:nvSpPr>
        <p:spPr bwMode="auto">
          <a:xfrm>
            <a:off x="512234" y="398463"/>
            <a:ext cx="11167533"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GB" altLang="en-US"/>
          </a:p>
        </p:txBody>
      </p:sp>
      <p:sp>
        <p:nvSpPr>
          <p:cNvPr id="1027" name="Rectangle 3">
            <a:extLst>
              <a:ext uri="{FF2B5EF4-FFF2-40B4-BE49-F238E27FC236}">
                <a16:creationId xmlns:a16="http://schemas.microsoft.com/office/drawing/2014/main" id="{B81FC2F2-3EB4-0E47-DB02-B1B538B6287F}"/>
              </a:ext>
            </a:extLst>
          </p:cNvPr>
          <p:cNvSpPr>
            <a:spLocks noGrp="1" noChangeArrowheads="1"/>
          </p:cNvSpPr>
          <p:nvPr>
            <p:ph type="body" idx="1"/>
          </p:nvPr>
        </p:nvSpPr>
        <p:spPr bwMode="auto">
          <a:xfrm>
            <a:off x="512234" y="1708151"/>
            <a:ext cx="11165417"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1030" name="Rectangle 6">
            <a:extLst>
              <a:ext uri="{FF2B5EF4-FFF2-40B4-BE49-F238E27FC236}">
                <a16:creationId xmlns:a16="http://schemas.microsoft.com/office/drawing/2014/main" id="{42B4338A-569B-84EA-EC97-355C96D36019}"/>
              </a:ext>
            </a:extLst>
          </p:cNvPr>
          <p:cNvSpPr>
            <a:spLocks noGrp="1" noChangeArrowheads="1"/>
          </p:cNvSpPr>
          <p:nvPr>
            <p:ph type="sldNum" sz="quarter" idx="4"/>
          </p:nvPr>
        </p:nvSpPr>
        <p:spPr bwMode="auto">
          <a:xfrm>
            <a:off x="10483851" y="6451600"/>
            <a:ext cx="1200149" cy="179388"/>
          </a:xfrm>
          <a:prstGeom prst="rect">
            <a:avLst/>
          </a:prstGeom>
          <a:noFill/>
          <a:ln>
            <a:noFill/>
          </a:ln>
          <a:effectLst/>
        </p:spPr>
        <p:txBody>
          <a:bodyPr vert="horz" wrap="square" lIns="0" tIns="0" rIns="0" bIns="0" numCol="1" anchor="t" anchorCtr="0" compatLnSpc="1">
            <a:prstTxWarp prst="textNoShape">
              <a:avLst/>
            </a:prstTxWarp>
          </a:bodyPr>
          <a:lstStyle>
            <a:lvl1pPr algn="r" eaLnBrk="1" hangingPunct="1">
              <a:defRPr sz="1000" smtClean="0">
                <a:solidFill>
                  <a:schemeClr val="tx2"/>
                </a:solidFill>
              </a:defRPr>
            </a:lvl1pPr>
          </a:lstStyle>
          <a:p>
            <a:pPr lvl="0"/>
            <a:fld id="{2976D588-7A08-404E-8CFA-B8EE405EE2DD}" type="slidenum">
              <a:rPr lang="en-GB" smtClean="0"/>
              <a:t>‹#›</a:t>
            </a:fld>
            <a:endParaRPr lang="en-GB"/>
          </a:p>
        </p:txBody>
      </p:sp>
    </p:spTree>
    <p:extLst>
      <p:ext uri="{BB962C8B-B14F-4D97-AF65-F5344CB8AC3E}">
        <p14:creationId xmlns:p14="http://schemas.microsoft.com/office/powerpoint/2010/main" val="2141767008"/>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rtl="0" eaLnBrk="1" fontAlgn="base" hangingPunct="1">
        <a:spcBef>
          <a:spcPct val="0"/>
        </a:spcBef>
        <a:spcAft>
          <a:spcPct val="0"/>
        </a:spcAft>
        <a:defRPr sz="2600" b="1">
          <a:solidFill>
            <a:schemeClr val="tx2"/>
          </a:solidFill>
          <a:latin typeface="+mj-lt"/>
          <a:ea typeface="+mj-ea"/>
          <a:cs typeface="+mj-cs"/>
        </a:defRPr>
      </a:lvl1pPr>
      <a:lvl2pPr algn="l" rtl="0" eaLnBrk="1" fontAlgn="base" hangingPunct="1">
        <a:spcBef>
          <a:spcPct val="0"/>
        </a:spcBef>
        <a:spcAft>
          <a:spcPct val="0"/>
        </a:spcAft>
        <a:defRPr sz="2600" b="1">
          <a:solidFill>
            <a:schemeClr val="tx2"/>
          </a:solidFill>
          <a:latin typeface="Arial" charset="0"/>
        </a:defRPr>
      </a:lvl2pPr>
      <a:lvl3pPr algn="l" rtl="0" eaLnBrk="1" fontAlgn="base" hangingPunct="1">
        <a:spcBef>
          <a:spcPct val="0"/>
        </a:spcBef>
        <a:spcAft>
          <a:spcPct val="0"/>
        </a:spcAft>
        <a:defRPr sz="2600" b="1">
          <a:solidFill>
            <a:schemeClr val="tx2"/>
          </a:solidFill>
          <a:latin typeface="Arial" charset="0"/>
        </a:defRPr>
      </a:lvl3pPr>
      <a:lvl4pPr algn="l" rtl="0" eaLnBrk="1" fontAlgn="base" hangingPunct="1">
        <a:spcBef>
          <a:spcPct val="0"/>
        </a:spcBef>
        <a:spcAft>
          <a:spcPct val="0"/>
        </a:spcAft>
        <a:defRPr sz="2600" b="1">
          <a:solidFill>
            <a:schemeClr val="tx2"/>
          </a:solidFill>
          <a:latin typeface="Arial" charset="0"/>
        </a:defRPr>
      </a:lvl4pPr>
      <a:lvl5pPr algn="l" rtl="0" eaLnBrk="1" fontAlgn="base" hangingPunct="1">
        <a:spcBef>
          <a:spcPct val="0"/>
        </a:spcBef>
        <a:spcAft>
          <a:spcPct val="0"/>
        </a:spcAft>
        <a:defRPr sz="2600" b="1">
          <a:solidFill>
            <a:schemeClr val="tx2"/>
          </a:solidFill>
          <a:latin typeface="Arial" charset="0"/>
        </a:defRPr>
      </a:lvl5pPr>
      <a:lvl6pPr marL="457200" algn="l" rtl="0" eaLnBrk="1" fontAlgn="base" hangingPunct="1">
        <a:spcBef>
          <a:spcPct val="0"/>
        </a:spcBef>
        <a:spcAft>
          <a:spcPct val="0"/>
        </a:spcAft>
        <a:defRPr sz="2600" b="1">
          <a:solidFill>
            <a:schemeClr val="tx2"/>
          </a:solidFill>
          <a:latin typeface="Arial" charset="0"/>
        </a:defRPr>
      </a:lvl6pPr>
      <a:lvl7pPr marL="914400" algn="l" rtl="0" eaLnBrk="1" fontAlgn="base" hangingPunct="1">
        <a:spcBef>
          <a:spcPct val="0"/>
        </a:spcBef>
        <a:spcAft>
          <a:spcPct val="0"/>
        </a:spcAft>
        <a:defRPr sz="2600" b="1">
          <a:solidFill>
            <a:schemeClr val="tx2"/>
          </a:solidFill>
          <a:latin typeface="Arial" charset="0"/>
        </a:defRPr>
      </a:lvl7pPr>
      <a:lvl8pPr marL="1371600" algn="l" rtl="0" eaLnBrk="1" fontAlgn="base" hangingPunct="1">
        <a:spcBef>
          <a:spcPct val="0"/>
        </a:spcBef>
        <a:spcAft>
          <a:spcPct val="0"/>
        </a:spcAft>
        <a:defRPr sz="2600" b="1">
          <a:solidFill>
            <a:schemeClr val="tx2"/>
          </a:solidFill>
          <a:latin typeface="Arial" charset="0"/>
        </a:defRPr>
      </a:lvl8pPr>
      <a:lvl9pPr marL="1828800" algn="l" rtl="0" eaLnBrk="1" fontAlgn="base" hangingPunct="1">
        <a:spcBef>
          <a:spcPct val="0"/>
        </a:spcBef>
        <a:spcAft>
          <a:spcPct val="0"/>
        </a:spcAft>
        <a:defRPr sz="2600" b="1">
          <a:solidFill>
            <a:schemeClr val="tx2"/>
          </a:solidFill>
          <a:latin typeface="Arial" charset="0"/>
        </a:defRPr>
      </a:lvl9pPr>
    </p:titleStyle>
    <p:bodyStyle>
      <a:lvl1pPr marL="269875" indent="-269875" algn="l" rtl="0" eaLnBrk="1" fontAlgn="base" hangingPunct="1">
        <a:spcBef>
          <a:spcPct val="0"/>
        </a:spcBef>
        <a:spcAft>
          <a:spcPct val="75000"/>
        </a:spcAft>
        <a:buChar char="•"/>
        <a:defRPr sz="2000">
          <a:solidFill>
            <a:schemeClr val="tx1"/>
          </a:solidFill>
          <a:latin typeface="+mn-lt"/>
          <a:ea typeface="+mn-ea"/>
          <a:cs typeface="+mn-cs"/>
        </a:defRPr>
      </a:lvl1pPr>
      <a:lvl2pPr marL="538163" indent="-266700" algn="l" rtl="0" eaLnBrk="1" fontAlgn="base" hangingPunct="1">
        <a:spcBef>
          <a:spcPct val="0"/>
        </a:spcBef>
        <a:spcAft>
          <a:spcPct val="75000"/>
        </a:spcAft>
        <a:buChar char="•"/>
        <a:defRPr sz="2000">
          <a:solidFill>
            <a:schemeClr val="tx1"/>
          </a:solidFill>
          <a:latin typeface="+mn-lt"/>
        </a:defRPr>
      </a:lvl2pPr>
      <a:lvl3pPr marL="809625" indent="-269875" algn="l" rtl="0" eaLnBrk="1" fontAlgn="base" hangingPunct="1">
        <a:spcBef>
          <a:spcPct val="0"/>
        </a:spcBef>
        <a:spcAft>
          <a:spcPct val="75000"/>
        </a:spcAft>
        <a:buChar char="•"/>
        <a:defRPr sz="2000">
          <a:solidFill>
            <a:schemeClr val="tx1"/>
          </a:solidFill>
          <a:latin typeface="+mn-lt"/>
        </a:defRPr>
      </a:lvl3pPr>
      <a:lvl4pPr marL="1079500" indent="-268288" algn="l" rtl="0" eaLnBrk="1" fontAlgn="base" hangingPunct="1">
        <a:spcBef>
          <a:spcPct val="0"/>
        </a:spcBef>
        <a:spcAft>
          <a:spcPct val="75000"/>
        </a:spcAft>
        <a:buChar char="•"/>
        <a:defRPr sz="2000">
          <a:solidFill>
            <a:schemeClr val="tx1"/>
          </a:solidFill>
          <a:latin typeface="+mn-lt"/>
        </a:defRPr>
      </a:lvl4pPr>
      <a:lvl5pPr marL="1350963" indent="-269875" algn="l" rtl="0" eaLnBrk="1" fontAlgn="base" hangingPunct="1">
        <a:spcBef>
          <a:spcPct val="0"/>
        </a:spcBef>
        <a:spcAft>
          <a:spcPct val="75000"/>
        </a:spcAft>
        <a:buChar char="•"/>
        <a:defRPr sz="2000">
          <a:solidFill>
            <a:schemeClr val="tx1"/>
          </a:solidFill>
          <a:latin typeface="+mn-lt"/>
        </a:defRPr>
      </a:lvl5pPr>
      <a:lvl6pPr marL="1808163" indent="-269875" algn="l" rtl="0" eaLnBrk="1" fontAlgn="base" hangingPunct="1">
        <a:spcBef>
          <a:spcPct val="0"/>
        </a:spcBef>
        <a:spcAft>
          <a:spcPct val="75000"/>
        </a:spcAft>
        <a:buChar char="•"/>
        <a:defRPr sz="2000">
          <a:solidFill>
            <a:schemeClr val="tx1"/>
          </a:solidFill>
          <a:latin typeface="+mn-lt"/>
        </a:defRPr>
      </a:lvl6pPr>
      <a:lvl7pPr marL="2265363" indent="-269875" algn="l" rtl="0" eaLnBrk="1" fontAlgn="base" hangingPunct="1">
        <a:spcBef>
          <a:spcPct val="0"/>
        </a:spcBef>
        <a:spcAft>
          <a:spcPct val="75000"/>
        </a:spcAft>
        <a:buChar char="•"/>
        <a:defRPr sz="2000">
          <a:solidFill>
            <a:schemeClr val="tx1"/>
          </a:solidFill>
          <a:latin typeface="+mn-lt"/>
        </a:defRPr>
      </a:lvl7pPr>
      <a:lvl8pPr marL="2722563" indent="-269875" algn="l" rtl="0" eaLnBrk="1" fontAlgn="base" hangingPunct="1">
        <a:spcBef>
          <a:spcPct val="0"/>
        </a:spcBef>
        <a:spcAft>
          <a:spcPct val="75000"/>
        </a:spcAft>
        <a:buChar char="•"/>
        <a:defRPr sz="2000">
          <a:solidFill>
            <a:schemeClr val="tx1"/>
          </a:solidFill>
          <a:latin typeface="+mn-lt"/>
        </a:defRPr>
      </a:lvl8pPr>
      <a:lvl9pPr marL="3179763" indent="-269875" algn="l" rtl="0" eaLnBrk="1" fontAlgn="base" hangingPunct="1">
        <a:spcBef>
          <a:spcPct val="0"/>
        </a:spcBef>
        <a:spcAft>
          <a:spcPct val="7500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0F9D6FF-E76D-0209-A851-FEBBB4C1A17F}"/>
              </a:ext>
            </a:extLst>
          </p:cNvPr>
          <p:cNvSpPr txBox="1">
            <a:spLocks noGrp="1"/>
          </p:cNvSpPr>
          <p:nvPr>
            <p:ph type="title"/>
          </p:nvPr>
        </p:nvSpPr>
        <p:spPr>
          <a:xfrm>
            <a:off x="512236" y="398458"/>
            <a:ext cx="11167529" cy="423860"/>
          </a:xfrm>
          <a:prstGeom prst="rect">
            <a:avLst/>
          </a:prstGeom>
          <a:noFill/>
          <a:ln>
            <a:noFill/>
          </a:ln>
        </p:spPr>
        <p:txBody>
          <a:bodyPr vert="horz" wrap="square" lIns="0" tIns="0" rIns="0" bIns="0" anchor="t" anchorCtr="0" compatLnSpc="1">
            <a:noAutofit/>
          </a:bodyPr>
          <a:lstStyle/>
          <a:p>
            <a:pPr lvl="0"/>
            <a:r>
              <a:rPr lang="de-DE"/>
              <a:t>Titelmasterformat durch Klicken bearbeiten</a:t>
            </a:r>
            <a:endParaRPr lang="en-GB"/>
          </a:p>
        </p:txBody>
      </p:sp>
      <p:sp>
        <p:nvSpPr>
          <p:cNvPr id="3" name="Rectangle 3">
            <a:extLst>
              <a:ext uri="{FF2B5EF4-FFF2-40B4-BE49-F238E27FC236}">
                <a16:creationId xmlns:a16="http://schemas.microsoft.com/office/drawing/2014/main" id="{76F70EBE-8EF3-11A5-B965-5AFB6CB2A62F}"/>
              </a:ext>
            </a:extLst>
          </p:cNvPr>
          <p:cNvSpPr txBox="1">
            <a:spLocks noGrp="1"/>
          </p:cNvSpPr>
          <p:nvPr>
            <p:ph type="body" idx="1"/>
          </p:nvPr>
        </p:nvSpPr>
        <p:spPr>
          <a:xfrm>
            <a:off x="512235" y="1708154"/>
            <a:ext cx="11165421" cy="4067178"/>
          </a:xfrm>
          <a:prstGeom prst="rect">
            <a:avLst/>
          </a:prstGeom>
          <a:noFill/>
          <a:ln>
            <a:noFill/>
          </a:ln>
        </p:spPr>
        <p:txBody>
          <a:bodyPr vert="horz" wrap="square" lIns="0" tIns="0" rIns="0" bIns="0" anchor="t" anchorCtr="0" compatLnSpc="1">
            <a:no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Rectangle 6">
            <a:extLst>
              <a:ext uri="{FF2B5EF4-FFF2-40B4-BE49-F238E27FC236}">
                <a16:creationId xmlns:a16="http://schemas.microsoft.com/office/drawing/2014/main" id="{5B2AA0FE-C40D-BCA1-EE00-EE0242858913}"/>
              </a:ext>
            </a:extLst>
          </p:cNvPr>
          <p:cNvSpPr txBox="1">
            <a:spLocks noGrp="1"/>
          </p:cNvSpPr>
          <p:nvPr>
            <p:ph type="sldNum" sz="quarter" idx="4"/>
          </p:nvPr>
        </p:nvSpPr>
        <p:spPr>
          <a:xfrm>
            <a:off x="10483853" y="6451604"/>
            <a:ext cx="1200143" cy="179386"/>
          </a:xfrm>
          <a:prstGeom prst="rect">
            <a:avLst/>
          </a:prstGeom>
          <a:noFill/>
          <a:ln>
            <a:noFill/>
          </a:ln>
        </p:spPr>
        <p:txBody>
          <a:bodyPr vert="horz" wrap="square" lIns="0" tIns="0" rIns="0" bIns="0" anchor="t" anchorCtr="0" compatLnSpc="1">
            <a:noAutofit/>
          </a:bodyPr>
          <a:lstStyle>
            <a:lvl1pPr marL="0" marR="0" lvl="0" indent="0" algn="r" defTabSz="914400" rtl="0" fontAlgn="auto" hangingPunct="1">
              <a:lnSpc>
                <a:spcPct val="100000"/>
              </a:lnSpc>
              <a:spcBef>
                <a:spcPts val="0"/>
              </a:spcBef>
              <a:spcAft>
                <a:spcPts val="0"/>
              </a:spcAft>
              <a:buNone/>
              <a:tabLst/>
              <a:defRPr lang="en-GB" sz="1000" b="0" i="0" u="none" strike="noStrike" kern="1200" cap="none" spc="0" baseline="0">
                <a:solidFill>
                  <a:srgbClr val="FFFFFF"/>
                </a:solidFill>
                <a:uFillTx/>
                <a:latin typeface="Arial" pitchFamily="34"/>
              </a:defRPr>
            </a:lvl1pPr>
          </a:lstStyle>
          <a:p>
            <a:pPr lvl="0"/>
            <a:fld id="{264FCC3F-A252-4F00-94AF-0130C48ECC7D}" type="slidenum">
              <a:t>‹#›</a:t>
            </a:fld>
            <a:endParaRPr lang="en-GB" dirty="0"/>
          </a:p>
        </p:txBody>
      </p:sp>
    </p:spTree>
  </p:cSld>
  <p:clrMap bg1="lt1" tx1="dk1" bg2="lt2" tx2="dk2" accent1="accent1" accent2="accent2" accent3="accent3" accent4="accent4" accent5="accent5" accent6="accent6" hlink="hlink" folHlink="folHlink"/>
  <p:sldLayoutIdLst>
    <p:sldLayoutId id="2147483660" r:id="rId1"/>
  </p:sldLayoutIdLst>
  <p:txStyles>
    <p:titleStyle>
      <a:lvl1pPr marL="0" marR="0" lvl="0" indent="0" algn="l" defTabSz="914400" rtl="0" fontAlgn="auto" hangingPunct="1">
        <a:lnSpc>
          <a:spcPct val="100000"/>
        </a:lnSpc>
        <a:spcBef>
          <a:spcPts val="0"/>
        </a:spcBef>
        <a:spcAft>
          <a:spcPts val="0"/>
        </a:spcAft>
        <a:buNone/>
        <a:tabLst/>
        <a:defRPr lang="de-DE" sz="2600" b="1" i="0" u="none" strike="noStrike" kern="0" cap="none" spc="0" baseline="0">
          <a:solidFill>
            <a:srgbClr val="FFFFFF"/>
          </a:solidFill>
          <a:uFillTx/>
          <a:latin typeface="Arial"/>
        </a:defRPr>
      </a:lvl1pPr>
    </p:titleStyle>
    <p:bodyStyle>
      <a:lvl1pPr marL="269876" marR="0" lvl="0" indent="-269876" algn="l" defTabSz="914400" rtl="0" fontAlgn="auto" hangingPunct="1">
        <a:lnSpc>
          <a:spcPct val="100000"/>
        </a:lnSpc>
        <a:spcBef>
          <a:spcPts val="0"/>
        </a:spcBef>
        <a:spcAft>
          <a:spcPts val="1800"/>
        </a:spcAft>
        <a:buSzPct val="100000"/>
        <a:buChar char="•"/>
        <a:tabLst/>
        <a:defRPr lang="de-DE" sz="2000" b="0" i="0" u="none" strike="noStrike" kern="0" cap="none" spc="0" baseline="0">
          <a:solidFill>
            <a:srgbClr val="003E72"/>
          </a:solidFill>
          <a:uFillTx/>
          <a:latin typeface="Arial"/>
        </a:defRPr>
      </a:lvl1pPr>
      <a:lvl2pPr marL="538160" marR="0" lvl="1" indent="-266703" algn="l" defTabSz="914400" rtl="0" fontAlgn="auto" hangingPunct="1">
        <a:lnSpc>
          <a:spcPct val="100000"/>
        </a:lnSpc>
        <a:spcBef>
          <a:spcPts val="0"/>
        </a:spcBef>
        <a:spcAft>
          <a:spcPts val="1800"/>
        </a:spcAft>
        <a:buSzPct val="100000"/>
        <a:buChar char="•"/>
        <a:tabLst/>
        <a:defRPr lang="de-DE" sz="2000" b="0" i="0" u="none" strike="noStrike" kern="0" cap="none" spc="0" baseline="0">
          <a:solidFill>
            <a:srgbClr val="003E72"/>
          </a:solidFill>
          <a:uFillTx/>
          <a:latin typeface="Arial"/>
        </a:defRPr>
      </a:lvl2pPr>
      <a:lvl3pPr marL="809628" marR="0" lvl="2" indent="-269876" algn="l" defTabSz="914400" rtl="0" fontAlgn="auto" hangingPunct="1">
        <a:lnSpc>
          <a:spcPct val="100000"/>
        </a:lnSpc>
        <a:spcBef>
          <a:spcPts val="0"/>
        </a:spcBef>
        <a:spcAft>
          <a:spcPts val="1800"/>
        </a:spcAft>
        <a:buSzPct val="100000"/>
        <a:buChar char="•"/>
        <a:tabLst/>
        <a:defRPr lang="de-DE" sz="2000" b="0" i="0" u="none" strike="noStrike" kern="0" cap="none" spc="0" baseline="0">
          <a:solidFill>
            <a:srgbClr val="003E72"/>
          </a:solidFill>
          <a:uFillTx/>
          <a:latin typeface="Arial"/>
        </a:defRPr>
      </a:lvl3pPr>
      <a:lvl4pPr marL="1079504" marR="0" lvl="3" indent="-268284" algn="l" defTabSz="914400" rtl="0" fontAlgn="auto" hangingPunct="1">
        <a:lnSpc>
          <a:spcPct val="100000"/>
        </a:lnSpc>
        <a:spcBef>
          <a:spcPts val="0"/>
        </a:spcBef>
        <a:spcAft>
          <a:spcPts val="1800"/>
        </a:spcAft>
        <a:buSzPct val="100000"/>
        <a:buChar char="•"/>
        <a:tabLst/>
        <a:defRPr lang="de-DE" sz="2000" b="0" i="0" u="none" strike="noStrike" kern="0" cap="none" spc="0" baseline="0">
          <a:solidFill>
            <a:srgbClr val="003E72"/>
          </a:solidFill>
          <a:uFillTx/>
          <a:latin typeface="Arial"/>
        </a:defRPr>
      </a:lvl4pPr>
      <a:lvl5pPr marL="1350961" marR="0" lvl="4" indent="-269876" algn="l" defTabSz="914400" rtl="0" fontAlgn="auto" hangingPunct="1">
        <a:lnSpc>
          <a:spcPct val="100000"/>
        </a:lnSpc>
        <a:spcBef>
          <a:spcPts val="0"/>
        </a:spcBef>
        <a:spcAft>
          <a:spcPts val="1800"/>
        </a:spcAft>
        <a:buSzPct val="100000"/>
        <a:buChar char="•"/>
        <a:tabLst/>
        <a:defRPr lang="de-DE" sz="2000" b="0" i="0" u="none" strike="noStrike" kern="0" cap="none" spc="0" baseline="0">
          <a:solidFill>
            <a:srgbClr val="003E72"/>
          </a:solidFill>
          <a:uFillTx/>
          <a:latin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6245AF8-1D2D-341F-7144-88014BAD6C4D}"/>
              </a:ext>
            </a:extLst>
          </p:cNvPr>
          <p:cNvSpPr txBox="1">
            <a:spLocks noGrp="1"/>
          </p:cNvSpPr>
          <p:nvPr>
            <p:ph type="ctrTitle"/>
          </p:nvPr>
        </p:nvSpPr>
        <p:spPr/>
        <p:txBody>
          <a:bodyPr/>
          <a:lstStyle/>
          <a:p>
            <a:pPr lvl="0"/>
            <a:r>
              <a:rPr lang="en-GB" sz="7200" u="sng" dirty="0"/>
              <a:t>A</a:t>
            </a:r>
            <a:r>
              <a:rPr lang="en-GB" sz="7200" b="1" u="sng" dirty="0"/>
              <a:t>ssessment 2026</a:t>
            </a:r>
          </a:p>
        </p:txBody>
      </p:sp>
      <p:sp>
        <p:nvSpPr>
          <p:cNvPr id="3" name="Slide Number Placeholder 2">
            <a:extLst>
              <a:ext uri="{FF2B5EF4-FFF2-40B4-BE49-F238E27FC236}">
                <a16:creationId xmlns:a16="http://schemas.microsoft.com/office/drawing/2014/main" id="{7C2067D4-1E22-931D-C306-FFF2AE218099}"/>
              </a:ext>
            </a:extLst>
          </p:cNvPr>
          <p:cNvSpPr>
            <a:spLocks noGrp="1"/>
          </p:cNvSpPr>
          <p:nvPr>
            <p:ph type="sldNum" sz="quarter" idx="10"/>
          </p:nvPr>
        </p:nvSpPr>
        <p:spPr/>
        <p:txBody>
          <a:bodyPr/>
          <a:lstStyle/>
          <a:p>
            <a:pPr lvl="0"/>
            <a:fld id="{2976D588-7A08-404E-8CFA-B8EE405EE2DD}" type="slidenum">
              <a:rPr lang="en-GB" smtClean="0"/>
              <a:t>1</a:t>
            </a:fld>
            <a:endParaRPr lang="en-GB"/>
          </a:p>
        </p:txBody>
      </p:sp>
    </p:spTree>
    <p:extLst>
      <p:ext uri="{BB962C8B-B14F-4D97-AF65-F5344CB8AC3E}">
        <p14:creationId xmlns:p14="http://schemas.microsoft.com/office/powerpoint/2010/main" val="3221174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FF046-C282-E6F3-B355-C36E96D7A14F}"/>
              </a:ext>
            </a:extLst>
          </p:cNvPr>
          <p:cNvSpPr txBox="1">
            <a:spLocks noGrp="1"/>
          </p:cNvSpPr>
          <p:nvPr>
            <p:ph type="title"/>
          </p:nvPr>
        </p:nvSpPr>
        <p:spPr>
          <a:xfrm>
            <a:off x="2152650" y="1564291"/>
            <a:ext cx="7886700" cy="692264"/>
          </a:xfrm>
        </p:spPr>
        <p:txBody>
          <a:bodyPr/>
          <a:lstStyle/>
          <a:p>
            <a:pPr lvl="0"/>
            <a:r>
              <a:rPr lang="en-GB" sz="3000" dirty="0"/>
              <a:t>Final Exam – Overview</a:t>
            </a:r>
          </a:p>
        </p:txBody>
      </p:sp>
      <p:sp>
        <p:nvSpPr>
          <p:cNvPr id="3" name="Content Placeholder 2">
            <a:extLst>
              <a:ext uri="{FF2B5EF4-FFF2-40B4-BE49-F238E27FC236}">
                <a16:creationId xmlns:a16="http://schemas.microsoft.com/office/drawing/2014/main" id="{E16229E6-4559-A21D-9CC7-223229666FB4}"/>
              </a:ext>
            </a:extLst>
          </p:cNvPr>
          <p:cNvSpPr txBox="1">
            <a:spLocks noGrp="1"/>
          </p:cNvSpPr>
          <p:nvPr>
            <p:ph type="body" idx="4294967295"/>
          </p:nvPr>
        </p:nvSpPr>
        <p:spPr>
          <a:xfrm>
            <a:off x="2152650" y="2408960"/>
            <a:ext cx="7886700" cy="3060231"/>
          </a:xfrm>
        </p:spPr>
        <p:txBody>
          <a:bodyPr>
            <a:normAutofit/>
          </a:bodyPr>
          <a:lstStyle/>
          <a:p>
            <a:pPr marL="0" lvl="0" indent="0" algn="just">
              <a:buNone/>
            </a:pPr>
            <a:r>
              <a:rPr lang="en-GB" dirty="0"/>
              <a:t>Th</a:t>
            </a:r>
            <a:r>
              <a:rPr lang="en-GB" sz="1800" dirty="0"/>
              <a:t>e assessment contains two separate exercises; both need to be completed. Each component of the exercise contributes to a given percentage of the final grade (total of 100 points). Please note such percentage points are indicative. </a:t>
            </a:r>
          </a:p>
          <a:p>
            <a:pPr marL="0" lvl="0" indent="0" algn="just">
              <a:buNone/>
            </a:pPr>
            <a:r>
              <a:rPr lang="en-GB" sz="1800" dirty="0"/>
              <a:t>The assessment should be submitted in power point format and total number of slides should not exceed 20 pages.</a:t>
            </a:r>
          </a:p>
        </p:txBody>
      </p:sp>
    </p:spTree>
    <p:extLst>
      <p:ext uri="{BB962C8B-B14F-4D97-AF65-F5344CB8AC3E}">
        <p14:creationId xmlns:p14="http://schemas.microsoft.com/office/powerpoint/2010/main" val="2239690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C67DF-5C32-4573-5925-35AD0444D0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E4C99-5B20-1DC6-F845-15E1BA9D67DA}"/>
              </a:ext>
            </a:extLst>
          </p:cNvPr>
          <p:cNvSpPr txBox="1">
            <a:spLocks noGrp="1"/>
          </p:cNvSpPr>
          <p:nvPr>
            <p:ph type="title"/>
          </p:nvPr>
        </p:nvSpPr>
        <p:spPr>
          <a:xfrm>
            <a:off x="472705" y="1553659"/>
            <a:ext cx="7886700" cy="692264"/>
          </a:xfrm>
        </p:spPr>
        <p:txBody>
          <a:bodyPr/>
          <a:lstStyle/>
          <a:p>
            <a:pPr lvl="0"/>
            <a:r>
              <a:rPr lang="en-GB" sz="3000" dirty="0"/>
              <a:t>Final Exam – Exercise 1</a:t>
            </a:r>
          </a:p>
        </p:txBody>
      </p:sp>
      <p:sp>
        <p:nvSpPr>
          <p:cNvPr id="3" name="Content Placeholder 2">
            <a:extLst>
              <a:ext uri="{FF2B5EF4-FFF2-40B4-BE49-F238E27FC236}">
                <a16:creationId xmlns:a16="http://schemas.microsoft.com/office/drawing/2014/main" id="{3FE47E37-E411-1D16-4260-D38FAB450B79}"/>
              </a:ext>
            </a:extLst>
          </p:cNvPr>
          <p:cNvSpPr txBox="1">
            <a:spLocks noGrp="1"/>
          </p:cNvSpPr>
          <p:nvPr>
            <p:ph type="body" idx="4294967295"/>
          </p:nvPr>
        </p:nvSpPr>
        <p:spPr>
          <a:xfrm>
            <a:off x="472705" y="2345164"/>
            <a:ext cx="11159314" cy="3060231"/>
          </a:xfrm>
        </p:spPr>
        <p:txBody>
          <a:bodyPr>
            <a:normAutofit/>
          </a:bodyPr>
          <a:lstStyle/>
          <a:p>
            <a:pPr marL="0" lvl="0" indent="0" algn="just">
              <a:buNone/>
            </a:pPr>
            <a:r>
              <a:rPr lang="en-GB" sz="1800" dirty="0"/>
              <a:t>The purpose of the exercise is to build an earnings transcripts based sentiment indicator for companies in the information technology and one for those in the industrials sector of the S&amp;P500 and show their respective  evolution through time to assess the extent to which listed companies in these two distinct sectors have become more or less bullish on the outlook</a:t>
            </a:r>
            <a:r>
              <a:rPr lang="en-US" sz="1800" dirty="0"/>
              <a:t>. </a:t>
            </a:r>
            <a:r>
              <a:rPr lang="en-GB" sz="1800" dirty="0"/>
              <a:t>The exercise contributes to 70 points of total mark.</a:t>
            </a:r>
          </a:p>
        </p:txBody>
      </p:sp>
    </p:spTree>
    <p:extLst>
      <p:ext uri="{BB962C8B-B14F-4D97-AF65-F5344CB8AC3E}">
        <p14:creationId xmlns:p14="http://schemas.microsoft.com/office/powerpoint/2010/main" val="3185568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6B2C3-ABFA-8322-F02E-A1E5D6E39ACD}"/>
              </a:ext>
            </a:extLst>
          </p:cNvPr>
          <p:cNvSpPr txBox="1">
            <a:spLocks noGrp="1"/>
          </p:cNvSpPr>
          <p:nvPr>
            <p:ph type="title"/>
          </p:nvPr>
        </p:nvSpPr>
        <p:spPr>
          <a:xfrm>
            <a:off x="685357" y="1479435"/>
            <a:ext cx="7886700" cy="692264"/>
          </a:xfrm>
        </p:spPr>
        <p:txBody>
          <a:bodyPr/>
          <a:lstStyle/>
          <a:p>
            <a:pPr lvl="0"/>
            <a:r>
              <a:rPr lang="en-GB" sz="3000" dirty="0"/>
              <a:t>Final Exam – Exercise 1 sub questions </a:t>
            </a:r>
          </a:p>
        </p:txBody>
      </p:sp>
      <p:sp>
        <p:nvSpPr>
          <p:cNvPr id="3" name="Content Placeholder 2">
            <a:extLst>
              <a:ext uri="{FF2B5EF4-FFF2-40B4-BE49-F238E27FC236}">
                <a16:creationId xmlns:a16="http://schemas.microsoft.com/office/drawing/2014/main" id="{0D008D46-C12E-81EA-66B1-857B48C8B2F8}"/>
              </a:ext>
            </a:extLst>
          </p:cNvPr>
          <p:cNvSpPr txBox="1">
            <a:spLocks noGrp="1"/>
          </p:cNvSpPr>
          <p:nvPr>
            <p:ph type="body" idx="4294967295"/>
          </p:nvPr>
        </p:nvSpPr>
        <p:spPr>
          <a:xfrm>
            <a:off x="685357" y="2171699"/>
            <a:ext cx="11174134" cy="3411790"/>
          </a:xfrm>
        </p:spPr>
        <p:txBody>
          <a:bodyPr/>
          <a:lstStyle/>
          <a:p>
            <a:pPr lvl="0" algn="just">
              <a:lnSpc>
                <a:spcPct val="120000"/>
              </a:lnSpc>
              <a:spcAft>
                <a:spcPts val="1200"/>
              </a:spcAft>
            </a:pPr>
            <a:r>
              <a:rPr lang="en-GB" b="1" i="1" dirty="0"/>
              <a:t>Sample selection </a:t>
            </a:r>
            <a:r>
              <a:rPr lang="en-GB" dirty="0"/>
              <a:t>(</a:t>
            </a:r>
            <a:r>
              <a:rPr lang="en-GB" i="1" u="sng" dirty="0">
                <a:highlight>
                  <a:srgbClr val="FFFF00"/>
                </a:highlight>
              </a:rPr>
              <a:t>25 points</a:t>
            </a:r>
            <a:r>
              <a:rPr lang="en-GB" i="1" u="sng" dirty="0"/>
              <a:t>);</a:t>
            </a:r>
            <a:endParaRPr lang="en-GB" b="1" i="1" u="sng" dirty="0"/>
          </a:p>
          <a:p>
            <a:pPr marL="0" indent="0" algn="just">
              <a:buNone/>
            </a:pPr>
            <a:r>
              <a:rPr lang="en-GB" sz="1800" dirty="0"/>
              <a:t>The exercise should be based on stocks in the  relevant sector of the S&amp;P500 and </a:t>
            </a:r>
            <a:r>
              <a:rPr lang="en-GB" sz="1800" u="sng" dirty="0"/>
              <a:t>focus on the period 1/1/24 to 31/12/24.</a:t>
            </a:r>
            <a:r>
              <a:rPr lang="en-GB" sz="1800" dirty="0"/>
              <a:t> There are  multiple ways of accessing the data including from multiple sources on the web or use of tools like LSEG or Bloomberg. Regardless of how the data is accessed,  please ensure to focus on having a </a:t>
            </a:r>
            <a:r>
              <a:rPr lang="en-GB" sz="1800" u="sng" dirty="0"/>
              <a:t>sufficiently broad and representative sample </a:t>
            </a:r>
            <a:r>
              <a:rPr lang="en-GB" sz="1800" dirty="0"/>
              <a:t>to make your results meaningful. Please include the source of data and the rationale for your sample selection in your answer. In selecting the sample, please be mindful of survivorship bias and please ensure you comment on impact of index membership change.</a:t>
            </a:r>
          </a:p>
        </p:txBody>
      </p:sp>
    </p:spTree>
    <p:extLst>
      <p:ext uri="{BB962C8B-B14F-4D97-AF65-F5344CB8AC3E}">
        <p14:creationId xmlns:p14="http://schemas.microsoft.com/office/powerpoint/2010/main" val="1681013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5">
    <p:bg>
      <p:bgPr>
        <a:blipFill>
          <a:blip r:embed="rId4"/>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B584E-CA20-4741-58A9-87D2B49332F2}"/>
              </a:ext>
            </a:extLst>
          </p:cNvPr>
          <p:cNvSpPr txBox="1">
            <a:spLocks noGrp="1"/>
          </p:cNvSpPr>
          <p:nvPr>
            <p:ph type="title"/>
          </p:nvPr>
        </p:nvSpPr>
        <p:spPr>
          <a:xfrm>
            <a:off x="542261" y="1564291"/>
            <a:ext cx="10334846" cy="692264"/>
          </a:xfrm>
        </p:spPr>
        <p:txBody>
          <a:bodyPr/>
          <a:lstStyle/>
          <a:p>
            <a:pPr lvl="0"/>
            <a:r>
              <a:rPr lang="en-GB" sz="3000" dirty="0"/>
              <a:t>Final Exam –  Exercise 1 sub questions – cont’d</a:t>
            </a:r>
          </a:p>
        </p:txBody>
      </p:sp>
      <p:sp>
        <p:nvSpPr>
          <p:cNvPr id="3" name="Content Placeholder 2">
            <a:extLst>
              <a:ext uri="{FF2B5EF4-FFF2-40B4-BE49-F238E27FC236}">
                <a16:creationId xmlns:a16="http://schemas.microsoft.com/office/drawing/2014/main" id="{8FC8377D-D7C3-B41A-434C-CBB46A55B7D2}"/>
              </a:ext>
            </a:extLst>
          </p:cNvPr>
          <p:cNvSpPr txBox="1">
            <a:spLocks noGrp="1"/>
          </p:cNvSpPr>
          <p:nvPr>
            <p:ph idx="4294967295"/>
          </p:nvPr>
        </p:nvSpPr>
        <p:spPr>
          <a:xfrm>
            <a:off x="542260" y="2161066"/>
            <a:ext cx="11344940" cy="3411790"/>
          </a:xfrm>
        </p:spPr>
        <p:txBody>
          <a:bodyPr/>
          <a:lstStyle/>
          <a:p>
            <a:pPr algn="just">
              <a:lnSpc>
                <a:spcPct val="120000"/>
              </a:lnSpc>
              <a:spcAft>
                <a:spcPts val="1200"/>
              </a:spcAft>
            </a:pPr>
            <a:r>
              <a:rPr lang="en-GB" b="1" i="1" dirty="0"/>
              <a:t>Sentiment indicator construction and analysis </a:t>
            </a:r>
            <a:r>
              <a:rPr lang="en-GB" dirty="0"/>
              <a:t>(</a:t>
            </a:r>
            <a:r>
              <a:rPr lang="en-GB" i="1" u="sng" dirty="0">
                <a:highlight>
                  <a:srgbClr val="FFFF00"/>
                </a:highlight>
              </a:rPr>
              <a:t>45  points</a:t>
            </a:r>
            <a:r>
              <a:rPr lang="en-GB" i="1" u="sng" dirty="0"/>
              <a:t>);</a:t>
            </a:r>
            <a:endParaRPr lang="en-GB" dirty="0"/>
          </a:p>
          <a:p>
            <a:pPr lvl="0" algn="just">
              <a:lnSpc>
                <a:spcPct val="120000"/>
              </a:lnSpc>
              <a:spcAft>
                <a:spcPts val="1200"/>
              </a:spcAft>
            </a:pPr>
            <a:r>
              <a:rPr lang="en-GB" sz="1800" dirty="0"/>
              <a:t>In building the sentiment indicator, please use at least two methodologies including at least one lexicon based approach; please remember the focus is on the outlook, not the latest earnings release. Show clearly how you identified and isolated the relevant part of the earnings calls transcripts. Show clearly the aggregation mechanism you have employed in building the index</a:t>
            </a:r>
          </a:p>
          <a:p>
            <a:pPr lvl="0" algn="just">
              <a:lnSpc>
                <a:spcPct val="120000"/>
              </a:lnSpc>
              <a:spcAft>
                <a:spcPts val="1200"/>
              </a:spcAft>
            </a:pPr>
            <a:r>
              <a:rPr lang="en-GB" sz="1800" dirty="0"/>
              <a:t>Display the evolution of the sentiment indicator you have built and comment on main findings. For the avoidance of doubt, the exercise is not asking you to do any correlation analysis or testing on the indicator itself; just a few high-level observations on any underlying patterns or trends you can detect visually.</a:t>
            </a:r>
          </a:p>
          <a:p>
            <a:pPr lvl="0" algn="just">
              <a:lnSpc>
                <a:spcPct val="120000"/>
              </a:lnSpc>
              <a:spcAft>
                <a:spcPts val="1200"/>
              </a:spcAft>
            </a:pPr>
            <a:r>
              <a:rPr lang="en-GB" sz="1800" dirty="0"/>
              <a:t>While interpreting the results, please make sure to comment on limitations of data and methodology and suggest potential improvements. </a:t>
            </a:r>
          </a:p>
        </p:txBody>
      </p:sp>
    </p:spTree>
    <p:extLst>
      <p:ext uri="{BB962C8B-B14F-4D97-AF65-F5344CB8AC3E}">
        <p14:creationId xmlns:p14="http://schemas.microsoft.com/office/powerpoint/2010/main" val="746645789"/>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E4F97-352F-B498-A666-B089C50ED2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256328-90C0-1EBA-7B0F-DD73C1A715E5}"/>
              </a:ext>
            </a:extLst>
          </p:cNvPr>
          <p:cNvSpPr txBox="1">
            <a:spLocks noGrp="1"/>
          </p:cNvSpPr>
          <p:nvPr>
            <p:ph idx="4294967295"/>
          </p:nvPr>
        </p:nvSpPr>
        <p:spPr>
          <a:xfrm>
            <a:off x="423530" y="1021036"/>
            <a:ext cx="11344940" cy="5750749"/>
          </a:xfrm>
        </p:spPr>
        <p:txBody>
          <a:bodyPr/>
          <a:lstStyle/>
          <a:p>
            <a:pPr algn="just">
              <a:lnSpc>
                <a:spcPct val="120000"/>
              </a:lnSpc>
              <a:spcAft>
                <a:spcPts val="1200"/>
              </a:spcAft>
            </a:pPr>
            <a:r>
              <a:rPr lang="en-GB" b="1" i="1" dirty="0">
                <a:highlight>
                  <a:srgbClr val="FFFF00"/>
                </a:highlight>
              </a:rPr>
              <a:t>Valuation Agent and analysis </a:t>
            </a:r>
            <a:r>
              <a:rPr lang="en-GB" dirty="0">
                <a:highlight>
                  <a:srgbClr val="FFFF00"/>
                </a:highlight>
              </a:rPr>
              <a:t>(</a:t>
            </a:r>
            <a:r>
              <a:rPr lang="en-GB" i="1" u="sng" dirty="0">
                <a:highlight>
                  <a:srgbClr val="FFFF00"/>
                </a:highlight>
              </a:rPr>
              <a:t>30 points);</a:t>
            </a:r>
            <a:endParaRPr lang="en-GB" dirty="0">
              <a:highlight>
                <a:srgbClr val="FFFF00"/>
              </a:highlight>
            </a:endParaRPr>
          </a:p>
          <a:p>
            <a:pPr lvl="0" algn="just">
              <a:lnSpc>
                <a:spcPct val="120000"/>
              </a:lnSpc>
              <a:spcAft>
                <a:spcPts val="1200"/>
              </a:spcAft>
            </a:pPr>
            <a:r>
              <a:rPr lang="en-US" sz="1600" dirty="0"/>
              <a:t>Use the TA-class framework for the LLM Fundamental Agent.</a:t>
            </a:r>
          </a:p>
          <a:p>
            <a:pPr lvl="0" algn="just">
              <a:lnSpc>
                <a:spcPct val="120000"/>
              </a:lnSpc>
              <a:spcAft>
                <a:spcPts val="1200"/>
              </a:spcAft>
            </a:pPr>
            <a:r>
              <a:rPr lang="en-US" sz="1600" dirty="0"/>
              <a:t>Construct trailing-12-month (TTM) valuation metrics for NVIDIA (NVDA) over </a:t>
            </a:r>
            <a:r>
              <a:rPr lang="en-US" sz="1600" b="1" dirty="0"/>
              <a:t>05/02/24–10/02/24</a:t>
            </a:r>
            <a:r>
              <a:rPr lang="en-US" sz="1600" dirty="0"/>
              <a:t> and </a:t>
            </a:r>
            <a:r>
              <a:rPr lang="en-US" sz="1600" b="1" dirty="0"/>
              <a:t>05/08/24–10/08/24</a:t>
            </a:r>
            <a:r>
              <a:rPr lang="en-US" sz="1600" dirty="0"/>
              <a:t>.</a:t>
            </a:r>
          </a:p>
          <a:p>
            <a:pPr lvl="0" algn="just">
              <a:lnSpc>
                <a:spcPct val="120000"/>
              </a:lnSpc>
              <a:spcAft>
                <a:spcPts val="1200"/>
              </a:spcAft>
            </a:pPr>
            <a:r>
              <a:rPr lang="en-US" sz="1600" dirty="0"/>
              <a:t>Augment the valuation inputs a sentiment measure for NVIDIA constructed as in exercise 1, alongside </a:t>
            </a:r>
            <a:r>
              <a:rPr lang="en-US" sz="1600" b="1" dirty="0"/>
              <a:t>P/S, P/E, and P/FCF</a:t>
            </a:r>
            <a:r>
              <a:rPr lang="en-US" sz="1600" dirty="0"/>
              <a:t>. Also, add the historical prices in the last five trading days as input in the recreated prompt for LLM-backend.</a:t>
            </a:r>
          </a:p>
          <a:p>
            <a:pPr lvl="0" algn="just">
              <a:lnSpc>
                <a:spcPct val="120000"/>
              </a:lnSpc>
              <a:spcAft>
                <a:spcPts val="1200"/>
              </a:spcAft>
            </a:pPr>
            <a:r>
              <a:rPr lang="en-US" sz="1600" dirty="0"/>
              <a:t>Build a fundamental valuation agent using a ChatGPT model. The model should produce:</a:t>
            </a:r>
          </a:p>
          <a:p>
            <a:pPr lvl="1" algn="just">
              <a:lnSpc>
                <a:spcPct val="120000"/>
              </a:lnSpc>
              <a:spcAft>
                <a:spcPts val="1200"/>
              </a:spcAft>
            </a:pPr>
            <a:r>
              <a:rPr lang="en-US" sz="1600" dirty="0"/>
              <a:t>Buy/Sell/Hold Signal</a:t>
            </a:r>
          </a:p>
          <a:p>
            <a:pPr lvl="1" algn="just">
              <a:lnSpc>
                <a:spcPct val="120000"/>
              </a:lnSpc>
              <a:spcAft>
                <a:spcPts val="1200"/>
              </a:spcAft>
            </a:pPr>
            <a:r>
              <a:rPr lang="en-US" sz="1600" dirty="0"/>
              <a:t>Confidence and a clear investment thesis</a:t>
            </a:r>
          </a:p>
          <a:p>
            <a:pPr algn="just">
              <a:lnSpc>
                <a:spcPct val="120000"/>
              </a:lnSpc>
              <a:spcAft>
                <a:spcPts val="1200"/>
              </a:spcAft>
            </a:pPr>
            <a:r>
              <a:rPr lang="en-US" sz="1600" dirty="0"/>
              <a:t>Run the valuation agent with and without sentiment indicator.</a:t>
            </a:r>
          </a:p>
          <a:p>
            <a:pPr algn="just">
              <a:lnSpc>
                <a:spcPct val="120000"/>
              </a:lnSpc>
              <a:spcAft>
                <a:spcPts val="1200"/>
              </a:spcAft>
            </a:pPr>
            <a:r>
              <a:rPr lang="en-US" sz="1600" dirty="0"/>
              <a:t>Using price data from Yahoo Finance or an alternative source (source to be indicated), back-test the signals from each agent- i.e.. with and without sentiment indicator. For the back-tests, report </a:t>
            </a:r>
            <a:r>
              <a:rPr lang="en-US" sz="1600"/>
              <a:t>sharpe </a:t>
            </a:r>
            <a:r>
              <a:rPr lang="en-US" sz="1600" dirty="0"/>
              <a:t>ratios.</a:t>
            </a:r>
          </a:p>
          <a:p>
            <a:pPr algn="just">
              <a:lnSpc>
                <a:spcPct val="120000"/>
              </a:lnSpc>
              <a:spcAft>
                <a:spcPts val="1200"/>
              </a:spcAft>
            </a:pPr>
            <a:r>
              <a:rPr lang="en-GB" sz="1600" dirty="0"/>
              <a:t>While interpreting the results, please make sure to compare the two valuation agents  </a:t>
            </a:r>
            <a:r>
              <a:rPr lang="en-US" sz="1600" dirty="0"/>
              <a:t>(with and without sentiment)</a:t>
            </a:r>
            <a:endParaRPr lang="en-GB" sz="1600" dirty="0"/>
          </a:p>
        </p:txBody>
      </p:sp>
      <p:sp>
        <p:nvSpPr>
          <p:cNvPr id="4" name="Title 1">
            <a:extLst>
              <a:ext uri="{FF2B5EF4-FFF2-40B4-BE49-F238E27FC236}">
                <a16:creationId xmlns:a16="http://schemas.microsoft.com/office/drawing/2014/main" id="{5FE7F31E-CA2F-8644-894C-0B0C6061FD72}"/>
              </a:ext>
            </a:extLst>
          </p:cNvPr>
          <p:cNvSpPr txBox="1">
            <a:spLocks/>
          </p:cNvSpPr>
          <p:nvPr/>
        </p:nvSpPr>
        <p:spPr>
          <a:xfrm>
            <a:off x="1013316" y="328772"/>
            <a:ext cx="7886700" cy="692264"/>
          </a:xfrm>
          <a:prstGeom prst="rect">
            <a:avLst/>
          </a:prstGeom>
          <a:noFill/>
          <a:ln>
            <a:noFill/>
          </a:ln>
        </p:spPr>
        <p:txBody>
          <a:bodyPr vert="horz" wrap="square" lIns="0" tIns="0" rIns="0" bIns="0" anchor="t" anchorCtr="0" compatLnSpc="1">
            <a:noAutofit/>
          </a:bodyPr>
          <a:lstStyle>
            <a:lvl1pPr marL="0" marR="0" lvl="0" indent="0" algn="l" defTabSz="914400" rtl="0" fontAlgn="auto" hangingPunct="1">
              <a:lnSpc>
                <a:spcPct val="100000"/>
              </a:lnSpc>
              <a:spcBef>
                <a:spcPts val="0"/>
              </a:spcBef>
              <a:spcAft>
                <a:spcPts val="0"/>
              </a:spcAft>
              <a:buNone/>
              <a:tabLst/>
              <a:defRPr lang="en-US" sz="2400" b="1" i="0" u="none" strike="noStrike" kern="0" cap="none" spc="0" baseline="0">
                <a:solidFill>
                  <a:srgbClr val="AC145A"/>
                </a:solidFill>
                <a:uFillTx/>
                <a:latin typeface="Arial"/>
                <a:ea typeface="Arial"/>
                <a:cs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000" b="1" i="0" u="none" strike="noStrike" kern="0" cap="none" spc="0" normalizeH="0" baseline="0" noProof="0" dirty="0">
                <a:ln>
                  <a:noFill/>
                </a:ln>
                <a:solidFill>
                  <a:srgbClr val="AC145A"/>
                </a:solidFill>
                <a:effectLst/>
                <a:uLnTx/>
                <a:uFillTx/>
                <a:latin typeface="Arial"/>
                <a:cs typeface="Arial"/>
              </a:rPr>
              <a:t>Final Exam – Exercise 2 </a:t>
            </a:r>
          </a:p>
        </p:txBody>
      </p:sp>
    </p:spTree>
    <p:extLst>
      <p:ext uri="{BB962C8B-B14F-4D97-AF65-F5344CB8AC3E}">
        <p14:creationId xmlns:p14="http://schemas.microsoft.com/office/powerpoint/2010/main" val="2879079482"/>
      </p:ext>
    </p:extLst>
  </p:cSld>
  <p:clrMapOvr>
    <a:masterClrMapping/>
  </p:clrMapOvr>
</p:sld>
</file>

<file path=ppt/theme/theme1.xml><?xml version="1.0" encoding="utf-8"?>
<a:theme xmlns:a="http://schemas.openxmlformats.org/drawingml/2006/main" name="blank">
  <a:themeElements>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fontScheme name="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clrMap bg1="lt1" tx1="dk1" bg2="lt2" tx2="dk2" accent1="accent1" accent2="accent2" accent3="accent3" accent4="accent4" accent5="accent5" accent6="accent6" hlink="hlink" folHlink="folHlink"/>
    </a:extraClrScheme>
    <a:extraClrScheme>
      <a:clrScheme name="blank 2">
        <a:dk1>
          <a:srgbClr val="003E72"/>
        </a:dk1>
        <a:lt1>
          <a:srgbClr val="FFFFFF"/>
        </a:lt1>
        <a:dk2>
          <a:srgbClr val="FFFFFF"/>
        </a:dk2>
        <a:lt2>
          <a:srgbClr val="83AFB4"/>
        </a:lt2>
        <a:accent1>
          <a:srgbClr val="6AADE4"/>
        </a:accent1>
        <a:accent2>
          <a:srgbClr val="EFBD47"/>
        </a:accent2>
        <a:accent3>
          <a:srgbClr val="FFFFFF"/>
        </a:accent3>
        <a:accent4>
          <a:srgbClr val="003460"/>
        </a:accent4>
        <a:accent5>
          <a:srgbClr val="B9D3EF"/>
        </a:accent5>
        <a:accent6>
          <a:srgbClr val="D9AB3F"/>
        </a:accent6>
        <a:hlink>
          <a:srgbClr val="A8B400"/>
        </a:hlink>
        <a:folHlink>
          <a:srgbClr val="6A4061"/>
        </a:folHlink>
      </a:clrScheme>
      <a:clrMap bg1="lt1" tx1="dk1" bg2="lt2" tx2="dk2" accent1="accent1" accent2="accent2" accent3="accent3" accent4="accent4" accent5="accent5" accent6="accent6" hlink="hlink" folHlink="folHlink"/>
    </a:extraClrScheme>
    <a:extraClrScheme>
      <a:clrScheme name="blank 3">
        <a:dk1>
          <a:srgbClr val="003E72"/>
        </a:dk1>
        <a:lt1>
          <a:srgbClr val="FFFFFF"/>
        </a:lt1>
        <a:dk2>
          <a:srgbClr val="FFFFFF"/>
        </a:dk2>
        <a:lt2>
          <a:srgbClr val="156570"/>
        </a:lt2>
        <a:accent1>
          <a:srgbClr val="003E72"/>
        </a:accent1>
        <a:accent2>
          <a:srgbClr val="C84E00"/>
        </a:accent2>
        <a:accent3>
          <a:srgbClr val="FFFFFF"/>
        </a:accent3>
        <a:accent4>
          <a:srgbClr val="003460"/>
        </a:accent4>
        <a:accent5>
          <a:srgbClr val="AAAFBC"/>
        </a:accent5>
        <a:accent6>
          <a:srgbClr val="B54600"/>
        </a:accent6>
        <a:hlink>
          <a:srgbClr val="435125"/>
        </a:hlink>
        <a:folHlink>
          <a:srgbClr val="412D5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  Compatibility Mode" id="{DD414CF7-4A04-4911-9D9C-E9F9CC806485}" vid="{B35D82E8-6F0C-4872-A623-E7887790E54C}"/>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otalTime>12</TotalTime>
  <Words>625</Words>
  <Application>Microsoft Office PowerPoint</Application>
  <PresentationFormat>Widescreen</PresentationFormat>
  <Paragraphs>32</Paragraphs>
  <Slides>6</Slides>
  <Notes>6</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6</vt:i4>
      </vt:variant>
    </vt:vector>
  </HeadingPairs>
  <TitlesOfParts>
    <vt:vector size="10" baseType="lpstr">
      <vt:lpstr>Aptos</vt:lpstr>
      <vt:lpstr>Arial</vt:lpstr>
      <vt:lpstr>blank</vt:lpstr>
      <vt:lpstr>blank</vt:lpstr>
      <vt:lpstr>Assessment 2026</vt:lpstr>
      <vt:lpstr>Final Exam – Overview</vt:lpstr>
      <vt:lpstr>Final Exam – Exercise 1</vt:lpstr>
      <vt:lpstr>Final Exam – Exercise 1 sub questions </vt:lpstr>
      <vt:lpstr>Final Exam –  Exercise 1 sub questions – cont’d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Simona Paravani</dc:creator>
  <cp:lastModifiedBy>Nazanin Babolmorad</cp:lastModifiedBy>
  <cp:revision>15</cp:revision>
  <dcterms:created xsi:type="dcterms:W3CDTF">2025-03-02T12:31:56Z</dcterms:created>
  <dcterms:modified xsi:type="dcterms:W3CDTF">2026-03-23T11:51:30Z</dcterms:modified>
</cp:coreProperties>
</file>